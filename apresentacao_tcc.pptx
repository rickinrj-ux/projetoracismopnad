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−18,6%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(−28,3%) — atenuado vs privado (−34,5%).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−20,9%  →  MG −1,4%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(ρ=0,64).  Setor público NÃO dissolve a barreira (OR púb=0,705 ≈ priv=0,695).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(OR=2,01&gt;1, profissões feminizadas) mas MUITO MENOS ao topo de renda (OR top10=0,522).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