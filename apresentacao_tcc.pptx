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3b.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19,5% ao resíduo de discriminação pura de 5,4%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5201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73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003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664708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1908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10.5%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4868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54%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125212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82412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372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2211933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69133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4.1%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2093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20,5%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2913278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70478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5.4%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3438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74,5% do gap é explicado por mediação contextual (UPA) e ocupacional — mas 5,4%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52,6%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7b.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(n=2,4M, 39,8k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0,705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0,747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−1,30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−1,07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25,3% menor odds de estar em ocupação qualificada (OR=0,747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OR=0,747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AME=−1,07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5,4%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Cluster: dupla desvantagem mulher negra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OR=0,747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(5,4%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população completa via lme4::glmer (nAGQ=0, bobyqa, n=2,4M, 39,8k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5,4%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OR=0,747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OR=0,747, AME=−1,07 p.p.) e discriminação de REMUNERAÇÃO dentro das mesmas funções (HLM M4: 5,4%).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