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2,331× (M1)  |  E ≥ 2,254×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PEA completa via lme4::glmer (nAGQ=0, bobyqa, n=7,7M, 40,9k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