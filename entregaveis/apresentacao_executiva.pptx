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Núcleo de 4 métodos + robustez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Pesa 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é um canal relevante da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O contexto do bairro (UPA) media mais da metade do gap salarial — a segregação residencial pesa tanto quanto a escolaridade. (mediação, não determinante causal isolado)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o contexto do bairro (UPA) media mais da metade do gap salarial — ou seja, boa parte da diferença está associada ao território, não a características individuais.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Quem Mais Sofre: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Ela consegue ENTRAR em boas ocupações — mas é a mais barrada de CHEGAR AO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4534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41732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49047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565C0"/>
                </a:solidFill>
                <a:latin typeface="Calibri"/>
              </a:rPr>
              <a:t>1,33x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Acesso à categoria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441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mulher negra ACIMA do homem branco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42900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350215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0,34x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4142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Topo de renda (10% mais ricos)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44531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a MAIS excluída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521440" cy="54864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teto de vidro não é neutro: combina raça e gênero exatamente onde mais importa — o topo. A mulher negra entra na categoria, mas não sobe à renda do topo.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