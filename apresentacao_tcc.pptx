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−5,07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−4,75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(−28,1%) — atenuado vs privado (−34,3%).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AME=−4,75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−20,8%  →  MG −1,5%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(ρ=0,65).  Setor público NÃO dissolve a barreira (OR púb=0,705 ≈ priv=0,698).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(OR=1,99&gt;1, profissões feminizadas) mas MUITO MENOS ao topo de renda (OR top10=0,518).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AME=−4,75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