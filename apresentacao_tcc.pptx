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Orientador: Edilson José Rodrigues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−5,07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−4,75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30,7% menor odds de estar em ocupação qualificada (OR=0,693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5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2,319× (M1)  |  E ≥ 2,243× (M2)  para anular OR = 0,676 / 0,693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−28,3%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−34,5%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−20,9%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−18,6%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(−28,3%) — atenuado vs privado (−34,5%).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simulação CBO: +127,3% renda negra; proxy agregado +74,3 p.p. (127,3% × participação ~58% — conservador, ver nota metodológica).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ICC=9,80%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OR=0,693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AME=−4,75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Pesquisa Operacional Regionalizada — Focalização Territorial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BLUP do random slope por UF → alocação ótima do orçamento | ganho da focalização sobre a alocação uniforme</a:t>
            </a:r>
          </a:p>
        </p:txBody>
      </p:sp>
      <p:pic>
        <p:nvPicPr>
          <p:cNvPr id="5" name="Picture 4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4663440" cy="451822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Focalização territorial (base BLUP)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600200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0" y="1600200"/>
            <a:ext cx="109728" cy="9601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1673352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Ganho da focalização: B=9 → +68,2%  |  B=3 → +125,5%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2167128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vs. alocação uniforme entre as 27 UFs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679192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2679192"/>
            <a:ext cx="109728" cy="9601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52344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UFs prioritárias: DF, AM, TO, PA,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3246120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maior penalidade × maior população negra afetada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58184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3758184"/>
            <a:ext cx="109728" cy="9601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3831336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Amplitude: DF −20,9%  →  MG −1,4%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4325112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penalidade racial por UF (BLUP do MixedLM)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4837176"/>
            <a:ext cx="4663440" cy="96012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4837176"/>
            <a:ext cx="109728" cy="96012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910328"/>
            <a:ext cx="4343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Base oficial: BLUP ≠ OLS+EB (Spearman ρ=0,45)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404104"/>
            <a:ext cx="4343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F3864"/>
                </a:solidFill>
                <a:latin typeface="Calibri"/>
              </a:rPr>
              <a:t>modelo misto completo, não a aproximação rápida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 random slope (LRT p&lt;0,001) prova que a penalidade racial é geograficamente heterogênea → política federativa diferenciada supera a uniforme em até +125,5% com orçamento escasso.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Random Slope no GLMM — A Barreira de Acesso Também é Geográfica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lme4::glmer, população completa | random slope de negro por UF em 3 desfechos + público × privado</a:t>
            </a:r>
          </a:p>
        </p:txBody>
      </p:sp>
      <p:pic>
        <p:nvPicPr>
          <p:cNvPr id="5" name="Picture 4" descr="glmm_rs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42580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LRT rejeita τ²=0 em TODOS os desfechos (p&lt;0,001): o acesso varia entre estados, como o salário.  Contraste: gap salarial maior nos estados ricos (ρ=−0,37) vs acesso mais fácil neles (ρ=0,65).  Setor público NÃO dissolve a barreira (OR púb=0,705 ≈ priv=0,698).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Random Slope GLMM de Gênero — Teto de Remuneração, não de Categoria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lme4, população completa | inclinação aleatória de sexo_fem por UF nos 3 desfechos</a:t>
            </a:r>
          </a:p>
        </p:txBody>
      </p:sp>
      <p:pic>
        <p:nvPicPr>
          <p:cNvPr id="5" name="Picture 4" descr="glmm_genero_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11612880" cy="3870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5943600"/>
            <a:ext cx="11612880" cy="658368"/>
          </a:xfrm>
          <a:prstGeom prst="rect">
            <a:avLst/>
          </a:prstGeom>
          <a:solidFill>
            <a:srgbClr val="7B329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5998464"/>
            <a:ext cx="11247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Mulheres: MAIS acesso a ocupações qualificadas (OR=1,99&gt;1, profissões feminizadas) mas MUITO MENOS ao topo de renda (OR top10=0,518). Teto de vidro de gênero = REMUNERAÇÃO, não categoria — e varia mais entre estados que o racial (~10x no topo).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26/28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26.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
(proxy agregado: ~74 p.p.; ver nota metodológica)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27/28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27.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logístico estimado na PEA completa via lme4::glmer (nAGQ=0, bobyqa, n=7,7M, 40,9k UPAs); random slope de negro no GLMM não estimado por custo — porém o random slope foi estimado no HLM de salário (base da PO regionalizada por UF)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28/28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28.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OR=0,693, AME=−4,75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