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5216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−20,9%  →  MG −1,4%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