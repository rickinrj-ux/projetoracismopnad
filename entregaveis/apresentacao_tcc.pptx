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4 métodos do núcleo + robustez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Núcleo de 4 métodos + robustez (ML/SHAP)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 núcleo de 4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(GLMM) + Discriminação de REMUNERAÇÃO (HLM + Quantílica/RIF) + Penalidade interseccional (raça×gênero)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−5,04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−4,73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30,7% menor odds de estar em ocupação qualificada (OR=0,693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4854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2,319× (M1)  |  E ≥ 2,243× (M2)  para anular OR = 0,676 / 0,693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ICC=9,80%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Resumo dos Resultados — Núcleo de 4 Métodos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quatro métodos convergem; a discriminação opera sobretudo no acesso às ocupações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103120"/>
                <a:gridCol w="68580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Dimensão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Resultado-chave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Gap e mediação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HLM (3 níveis)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−19,1% (M1) → −6,2% (M4); 69,8% mediado por contexto e ocupação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Composição × discriminação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Oaxaca-Blinder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83,8% dotações (acesso/composição) / 16,2% não explicado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Teto de vidro (acesso)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GLMM logístico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OR 0,705 (cargo qualif.) → 0,656 (top 10%); E-value ≥ 2,2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Distribuição da renda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Quantílica / RIF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−8,0% (q10) → −12,3% (q95); sticky floor: retornos 35% → 13%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Interseccionalidade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 4 grupos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Mulher Negra: gap 96,4%; penalidade extra +9,5 p.p. (não-aditiva)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Robustez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XGBoost + SHAP / E-value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R²=0,62; raça com efeito residual após controles; sem sobreajuste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Leitura: cada linha é um método independente respondendo uma pergunta distinta; OR &lt; 1 indica menor acesso para negros de mesmo perfil.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métodos do núcleo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OR=0,693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AME=−4,73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PENALIDADE
INTERSECCIONAL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Mulher Negra: gap de 96,4%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Penalidade extra de +9,5 p.p. (não-aditiva)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Raça×gênero como mecanismo próprio (Crenshaw)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Oaxaca: 83,8% do gap é composição/ACESSO e 16,2% remuneração | GLMM mostra a barreira de acesso (OR=0,705) | RIF: discriminação de preço maior na base (sticky floor)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27.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Acesso a Ocupações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 acesso a redes profissionais
qualificadas para egressos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Ampliar acesso a ocupações qualificadas:
principal canal do gap (Oaxaca + GLMM)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28/29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28.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n=7,7M, 40,9k UPAs), com efeito aleatório de UPA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29/29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29.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OR=0,693, AME=−4,73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