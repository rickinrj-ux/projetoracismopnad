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−5,04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−4,73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(−28,1%) — atenuado vs privado (−34,3%).  H3 (paradoxo): concurso iguala entrada, mas promoção/DAS favorece homens → gap de gênero maior no público.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533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Contexto IBGE (2025): o Gini domiciliar per capita do país subiu a 0,491 (conceito distinto do Gini do trabalho aqui, ~0,48); a POF mostra qualidade de vida em alta, mas o gap racial persiste (0,183 vs 0,122).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AME=−4,73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−20,8%  →  MG −1,5%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(ρ=0,65).  Setor público NÃO dissolve a barreira (OR púb=0,705 ≈ priv=0,698).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(OR=1,99&gt;1, profissões feminizadas) mas MUITO MENOS ao topo de renda (OR top10=0,518).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Interseccionalidade GLMM — O Teto de Vidro Recai sobre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grupo_rg (4 grupos, ref. homem branco) × 3 desfechos | alçada no acesso, a mais excluída no topo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766560" cy="4474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A inversão acesso → topo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572000" cy="1335024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572768"/>
            <a:ext cx="4572000" cy="4023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24927" y="1600200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Acesso (CBO 1-4)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2029968"/>
            <a:ext cx="43434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Mulher negra OR=1,33 (acima do homem branco)
Mais penalizado: homem negro (OR=0,65)
Gênero positivo: profissões feminizadas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054096"/>
            <a:ext cx="4572000" cy="1335024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3054096"/>
            <a:ext cx="4572000" cy="4023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4927" y="3081528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Topo da renda (top 10%)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7" y="3511296"/>
            <a:ext cx="43434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Mulher negra é a MAIS excluída: OR=0,34
Abaixo da mulher branca (0,49) e do homem negro (0,65)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4535424"/>
            <a:ext cx="4572000" cy="1335024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4535424"/>
            <a:ext cx="4572000" cy="402336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4927" y="4562856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Interação sub-aditiva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4992624"/>
            <a:ext cx="43434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OR=1,14 no acesso: penalidade racial um pouco menor entre mulheres — mas a negra acumula raça + teto de gênero no topo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O teto de vidro não é racial nem sexualmente neutro: a mulher negra pode ENTRAR em ocupações qualificadas, mas é barrada de CHEGAR AO TOPO da remuneração.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estimado tanto no HLM (salário) quanto no GLMM (acesso, 1+negro|UF) — heterogeneidade geográfica confirmada (LRT p&lt;0,001)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29.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AME=−4,73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