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2,33× (M1)  |  E ≥ 2,25×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proxy +74,3 p.p. de PIB (Hsieh et al., 2019).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Cluster: dupla desvantagem mulher negra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CC=0,835 — 2,1× superior ao 2º colocado.  Pareto (λ=0,5): alocação ótima = P1+P5 (cotas + mentoria).  PL-1 (orçamento B=5): redução projetada de 25%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 |
proxy PIB +74,3 p.p. (Hsieh et al.,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PEA completa via lme4::glmer (nAGQ=0, bobyqa, n=7,7M, 40,9k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