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5 metodologias estatísticas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6,2%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Determina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se converte diretamente em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 renda média do bairro (UPA) é o MAIOR determinante individual de renda — mais do que a educação.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se você mudar um negro do bairro mais pobre para o mais rico, você explica mais da metade do gap salarial — sem mudar nenhuma característica individual.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31%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31%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−4,8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5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713232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 (raça): o gap cresce de 9% para 37,5% no pico da carreira. E há um teto de vidro de GÊNERO distinto: mulheres chegam às profissões qualificadas, mas não ao topo dos salários.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Rede que Exclui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Negros ficam fora das redes que convertem diplomas em empregos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24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são as redes profissionais?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7276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1848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Vagas nunca anunciadas são preenchidas por indicação — quem está na rede chega 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4144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8716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Mentores, referências e "network" determinam promoção tão quanto o desempenho.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31012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35584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A análise mostra: brancos atuam como conectores (brokers) em TODOS os níveis educacionais.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178808"/>
            <a:ext cx="5577840" cy="77724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62828"/>
                </a:solidFill>
                <a:latin typeface="Calibri"/>
              </a:rPr>
              <a:t>✗  Negros ficam nas bordas da rede — mesmo com pós-graduação, sem acesso ao centro.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4748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09320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Resultado: o diploma negro vale menos porque falta a rede que o converte em oportunidade.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5943600" cy="621792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807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"Mesmo que dois candidatos tenham o mesmo currículo, o que tem a rede certa chega primeiro. Essa rede, historicamente, é majoritariamente branca."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Estado Ajuda — Mas Não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Setor público reduz a desigualdade geral, mas o gap racial persiste e o de gênero é MAIOR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309167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5852160" cy="24661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Gini público &lt;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0,466 vs 0,472 — melhora marginal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4617720"/>
            <a:ext cx="3566160" cy="109728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8F00"/>
                </a:solidFill>
                <a:latin typeface="Calibri"/>
              </a:rPr>
              <a:t>Não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racial não some no concurso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−28,1% público vs −34,3% privado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617720"/>
            <a:ext cx="35661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62828"/>
                </a:solidFill>
                <a:latin typeface="Calibri"/>
              </a:rPr>
              <a:t>Piora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de gênero é maior no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−21,2% público vs −18,9% privado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33872"/>
            <a:ext cx="11612880" cy="50292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2531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concurso público equaliza a entrada, mas a promoção às posições de liderança (DAS, chefia) ainda reflete os vieses do setor privado — ou piores.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Racismo Tem Endereço — Varia Muito Entre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desvantagem racial é bem maior em alguns estados — e a política pode (e deve) focar onde mais dói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A mesma injustiça, em tamanhos muito diferentes pelo país:</a:t>
            </a:r>
          </a:p>
        </p:txBody>
      </p:sp>
      <p:pic>
        <p:nvPicPr>
          <p:cNvPr id="6" name="Picture 5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3931920" cy="38094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37760" y="1417320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760" y="1417320"/>
            <a:ext cx="128016" cy="137160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38928" y="148132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62828"/>
                </a:solidFill>
                <a:latin typeface="Calibri"/>
              </a:rPr>
              <a:t>O gap muda de estado para estado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892808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Chega a ~21% (DF) em alguns estados e cai a ~2% (MG) em outros. Não é o mesmo problema em todo lugar.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2898648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760" y="2898648"/>
            <a:ext cx="128016" cy="13716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962656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8F00"/>
                </a:solidFill>
                <a:latin typeface="Calibri"/>
              </a:rPr>
              <a:t>Maior onde há mais riqueza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74136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As maiores desvantagens aparecem no Distrito Federal, no Rio e em São Paulo — crescimento econômico, sozinho, não dissolve a barreira racial.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4379976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4379976"/>
            <a:ext cx="128016" cy="13716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443984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E7D32"/>
                </a:solidFill>
                <a:latin typeface="Calibri"/>
              </a:rPr>
              <a:t>Focar onde dói rende muito 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4855464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Concentrar o orçamento nos estados de maior desvantagem entrega até +68% mais resultado do que espalhar o dinheiro por igual.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97880"/>
            <a:ext cx="11612880" cy="603504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89320"/>
            <a:ext cx="1133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tratar o país inteiro igual desperdiça recursos. Levar a política primeiro aos estados ★ (DF, AM, TO, PA, AC) multiplica o impacto do mesmo orçamento.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6,2%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