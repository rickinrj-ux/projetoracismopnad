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25%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25%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−1,07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vida: o gap cresce de 9% (14–24 anos) para 37,5% (35–44 anos, pico de carreira) — o teto de vidro se fecha exatamente quando as promoções mais importam.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−25,2% público vs −29,2%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−20,8% público vs −16,9%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