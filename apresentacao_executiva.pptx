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−4,8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−25,2% público vs −29,2%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−20,8% público vs −16,9%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43978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~1%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