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Quem Mais Sofre: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Ela consegue ENTRAR em boas ocupações — mas é a mais barrada de CHEGAR AO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4534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41732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49047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565C0"/>
                </a:solidFill>
                <a:latin typeface="Calibri"/>
              </a:rPr>
              <a:t>1,33x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Acesso à categoria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441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mulher negra ACIMA do homem branco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42900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350215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0,34x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4142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Topo de renda (10% mais ricos)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44531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a MAIS excluída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521440" cy="54864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teto de vidro não é neutro: combina raça e gênero exatamente onde mais importa — o topo. A mulher negra entra na categoria, mas não sobe à renda do topo.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−28,1% público vs −34,3%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−21,2% público vs −18,9%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~2%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