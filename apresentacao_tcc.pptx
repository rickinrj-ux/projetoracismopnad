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(n=2,4M, 39,8k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0,704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0,747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−1,30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−1,07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25,3% menor odds de estar em ocupação qualificada (OR=0,747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2,17× (M1)  |  E ≥ 2,04× (M2)  para anular OR = 0,704 / 0,747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proxy +74,3 p.p. de PIB (Hsieh et al., 2019).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OR=0,747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AME=−1,07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Cluster: dupla desvantagem mulher negra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OR=0,747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0,799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0,558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0,324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0,109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CC=0,799 — 2× superior ao 2º colocado.  Pareto (λ=0,5): alocação ótima = P1+P5 (cotas + mentoria).  PL-1 (orçamento B=5): redução projetada de 24%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 |
proxy PIB +74,3 p.p. (Hsieh et al.,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estimado na população completa via lme4::glmer (nAGQ=0, bobyqa, n=2,4M, 39,8k UPAs) — M3 com inclinação aleatória de negro não estimado por custo computacional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OR=0,747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OR=0,747, AME=−1,07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