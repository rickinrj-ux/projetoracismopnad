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−5,04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−4,73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30,7% menor odds de estar em ocupação qualificada (OR=0,693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5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2,319× (M1)  |  E ≥ 2,243× (M2)  para anular OR = 0,676 / 0,693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−34,3%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−21,2%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−18,9%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(−28,1%) — atenuado vs privado (−34,3%).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ICC=9,80%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OR=0,693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AME=−4,73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4518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−20,8%  →  MG −1,5%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Random Slope no GLMM — A Barreira de Acesso Também é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lme4::glmer, população completa | random slope de negro por UF em 3 desfechos + público × privado</a:t>
            </a:r>
          </a:p>
        </p:txBody>
      </p:sp>
      <p:pic>
        <p:nvPicPr>
          <p:cNvPr id="5" name="Picture 4" descr="glmm_r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4258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LRT rejeita τ²=0 em TODOS os desfechos (p&lt;0,001): o acesso varia entre estados, como o salário.  Contraste: gap salarial maior nos estados ricos (ρ=−0,37) vs acesso mais fácil neles (ρ=0,65).  Setor público NÃO dissolve a barreira (OR púb=0,705 ≈ priv=0,698).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Random Slope GLMM de Gênero — Teto de Remuneração, não de Categoria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lme4, população completa | inclinação aleatória de sexo_fem por UF nos 3 desfechos</a:t>
            </a:r>
          </a:p>
        </p:txBody>
      </p:sp>
      <p:pic>
        <p:nvPicPr>
          <p:cNvPr id="5" name="Picture 4" descr="glmm_gener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3870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7B329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Mulheres: MAIS acesso a ocupações qualificadas (OR=1,99&gt;1, profissões feminizadas) mas MUITO MENOS ao topo de renda (OR top10=0,518). Teto de vidro de gênero = REMUNERAÇÃO, não categoria — e varia mais entre estados que o racial (~10x no topo).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no GLMM não estimado por custo — porém o random slope foi estimado no HLM de salário (base da PO regionalizada por UF)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OR=0,693, AME=−4,73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