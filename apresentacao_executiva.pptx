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−4,8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−28,3% público vs −34,5%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−20,9% público vs −18,6%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~1%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