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3b.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7b.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(n=2,4M, 39,8k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0,704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0,747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−1,30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−1,07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25,3% menor odds de estar em ocupação qualificada (OR=0,747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OR=0,747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AME=−1,07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OR=0,747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população completa via lme4::glmer (nAGQ=0, bobyqa, n=2,4M, 39,8k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OR=0,747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OR=0,747, AME=−1,07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